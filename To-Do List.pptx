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Roboto Mono Medium"/>
      <p:regular r:id="rId12"/>
      <p:bold r:id="rId13"/>
      <p:italic r:id="rId14"/>
      <p:boldItalic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RobotoMonoMedium-bold.fntdata"/><Relationship Id="rId12" Type="http://schemas.openxmlformats.org/officeDocument/2006/relationships/font" Target="fonts/RobotoMonoMedium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MonoMedium-boldItalic.fntdata"/><Relationship Id="rId14" Type="http://schemas.openxmlformats.org/officeDocument/2006/relationships/font" Target="fonts/RobotoMonoMedium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ebcd2d844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ebcd2d844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ebcd2d8446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ebcd2d8446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ec07b1f40c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ec07b1f40c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ebcd2d8446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ebcd2d8446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ec07b1f40c_1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ec07b1f40c_1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To-Do List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Yin Wah Yip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Task: Create a To-Do List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Understanding project scope, Key things 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“stores tasks in a file and supports adding, removing, and listing tasks”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“The application can be command-line-based; a UI is not necessary”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Research: What does a to-do list actually have?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Key / Basic Features?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Unique ID, Description, Categories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Process to Run, Test &amp; Verify (1)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Currently using a VSCode extension that compiles and runs</a:t>
            </a:r>
            <a:endParaRPr/>
          </a:p>
          <a:p>
            <a:pPr indent="0" lvl="0" marL="13716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OR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Compile: 		</a:t>
            </a:r>
            <a:r>
              <a:rPr lang="en">
                <a:highlight>
                  <a:schemeClr val="lt2"/>
                </a:highlight>
                <a:latin typeface="Roboto Mono Medium"/>
                <a:ea typeface="Roboto Mono Medium"/>
                <a:cs typeface="Roboto Mono Medium"/>
                <a:sym typeface="Roboto Mono Medium"/>
              </a:rPr>
              <a:t>javac -d bin src/com/todo/*.java</a:t>
            </a:r>
            <a:endParaRPr>
              <a:highlight>
                <a:schemeClr val="lt2"/>
              </a:highlight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Run: 			</a:t>
            </a:r>
            <a:r>
              <a:rPr lang="en">
                <a:highlight>
                  <a:schemeClr val="lt2"/>
                </a:highlight>
                <a:latin typeface="Roboto Mono Medium"/>
                <a:ea typeface="Roboto Mono Medium"/>
                <a:cs typeface="Roboto Mono Medium"/>
                <a:sym typeface="Roboto Mono Medium"/>
              </a:rPr>
              <a:t>java -cp bin com.todo.Main</a:t>
            </a:r>
            <a:endParaRPr>
              <a:highlight>
                <a:schemeClr val="lt2"/>
              </a:highlight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lt2"/>
              </a:highlight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Coded / </a:t>
            </a:r>
            <a:r>
              <a:rPr lang="en"/>
              <a:t>Running on Java SE-17</a:t>
            </a:r>
            <a:endParaRPr>
              <a:highlight>
                <a:schemeClr val="lt2"/>
              </a:highlight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highlight>
                <a:schemeClr val="lt2"/>
              </a:highlight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Process to Run, Test &amp; Verify (2)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513977"/>
            <a:ext cx="8776500" cy="455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Command Line based project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Eg. Entering “2” - Add a Task: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User provides String input - Title / Description of task, with following prompt on a category</a:t>
            </a:r>
            <a:endParaRPr/>
          </a:p>
        </p:txBody>
      </p:sp>
      <p:pic>
        <p:nvPicPr>
          <p:cNvPr id="74" name="Google Shape;74;p16" title="Screenshot 2026-06-14 at 11.55.49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7525" y="629998"/>
            <a:ext cx="6292925" cy="26268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Files and Folders</a:t>
            </a:r>
            <a:endParaRPr/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1152475"/>
            <a:ext cx="87669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Main.java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Entrance into the code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Manager.java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Main meat that manages how things are moved around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Mainly manages File I/O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Task.java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“Blueprint” for data, restrictions and abstraction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Output: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todo_list.txt &amp;&amp; completed_list.txt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Challenges, Future (?)</a:t>
            </a:r>
            <a:endParaRPr/>
          </a:p>
        </p:txBody>
      </p:sp>
      <p:sp>
        <p:nvSpPr>
          <p:cNvPr id="86" name="Google Shape;86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What I wanted to add but couldn’t due to:</a:t>
            </a:r>
            <a:endParaRPr sz="22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Limited Time</a:t>
            </a:r>
            <a:endParaRPr sz="1800"/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" sz="1800"/>
              <a:t>Prototyping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Complexity / Scope</a:t>
            </a:r>
            <a:endParaRPr sz="1800"/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" sz="1800"/>
              <a:t>Some features too big / didn’t know how to implement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Formatting</a:t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